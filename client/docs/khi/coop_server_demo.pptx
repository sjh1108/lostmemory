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LOSTMEMORY · MULTIPLAYER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코옵 멀티플레이 서버 연동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7AE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매칭부터 실시간 동기화까지, 우리가 푼 방식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2743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Unity Netcode  </a:t>
            </a:r>
            <a:pPr indent="0" marL="0">
              <a:buNone/>
            </a:pPr>
            <a:r>
              <a:rPr lang="en-US" sz="1200" dirty="0">
                <a:solidFill>
                  <a:srgbClr val="97AE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Spring Boot Relay  </a:t>
            </a:r>
            <a:pPr indent="0" marL="0">
              <a:buNone/>
            </a:pPr>
            <a:r>
              <a:rPr lang="en-US" sz="1200" dirty="0">
                <a:solidFill>
                  <a:srgbClr val="97AE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JWT 인증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명을 같은 방으로, 그리고 실시간으로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코옵 게임을 만들려면 본질적으로 두 가지 문제를 풀어야 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77640" cy="24688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2468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매칭 (Matchmaking)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 같이 플레이할지 정해야 한다.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매칭? 친구 초대? 코드 공유?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우리는 6자리 코드 방식 선택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3977640" cy="24688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828800"/>
            <a:ext cx="73152" cy="2468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3776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상태 동기화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29718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초당 수십 번 바뀌는 위치 · 체력 · 입력을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플레이어 화면에 동일하게 보여줘야 한다.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자체 중계(Relay) 서버 구현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LostMemory · 코옵 서버 연동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+ 실시간 중계, 두 계층으로 구성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Host (Unity)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호스트 권위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Guest (Unity)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따라가는 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182880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23360" y="2331720"/>
            <a:ext cx="201168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242316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7AE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/sessions  /find  /join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Relay (UDP)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7AE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세션 토큰 기반 중계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JWT · 세션 DB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233172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2468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Netcode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GameObjects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14600" y="1920240"/>
            <a:ext cx="109728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33172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· JWT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2240280"/>
            <a:ext cx="10972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headEnd type="triangl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33172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 중계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4600" y="3520440"/>
            <a:ext cx="10972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33172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· JWT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14600" y="3840480"/>
            <a:ext cx="10972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33172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 중계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2788920"/>
            <a:ext cx="10058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실선 = HTTP 요청(방 만들기·찾기·입장)   ·   점선 = UDP 패킷(게임 중 위치·이벤트 동기화)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LostMemory · 코옵 서버 연동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· REST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매칭 — 익숙한 HTTP + JWT 패턴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만들기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/sessions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호스트가 요청 → 백엔드가 6자리 코드와 세션 토큰 발급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542032"/>
            <a:ext cx="8229600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42032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72491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249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679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찾기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999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/sessions/find?code=ABC123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8163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게스트가 코드 입력 → sessionId 조회 (방 정원 검증)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66744"/>
            <a:ext cx="8229600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66744"/>
            <a:ext cx="73152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849624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496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38039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입장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1239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/sessions/{id}/join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9410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입장 권한 + 세션 토큰 받음 → 이후 Relay 접속에 사용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요청에는  Authorization: Bearer &lt;JWT&gt;  부착 — 웹에서 쓰는 인증 방식과 동일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LostMemory · 코옵 서버 연동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· REALTIME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동기화 — 자체 UDP 중계 서버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206240" cy="31089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18288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874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4884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UDP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7AE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(broadcast)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94760" y="1920240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Guest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83080" y="2377440"/>
            <a:ext cx="32004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29000" y="237744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08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· 회전 · 체력 · 입력 · 이벤트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초당 ~20회 패킷 교환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UDP를 쓰는 이유: 손실 1~2개 &lt; 지연 100ms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동작하나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18745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입장 시 받은 세션 토큰으로 Relay 접속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Unity는 자체 Transport를 통해 UDP 패킷 송수신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서버는 같은 세션의 모든 참여자에게 브로드캐스트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수신측은 패킷의 targetUserId로 필요한 것만 처리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3749040"/>
            <a:ext cx="3749040" cy="868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822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파일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4069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RelaySession.cs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RelaySessionHost / Client.cs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7AE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LostMemoryRelayTransport.cs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LostMemory · 코옵 서버 연동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Unity Relay 안 쓰고 자체 구현했나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Unity가 제공하는 클라우드 중계 서비스를 쓸 수도 있었지만, 두 가지 이유로 직접 만들었습니다.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Relay (클라우드)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Relay (우리 선택)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828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Unity Relay (클라우드)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828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Relay (우리 선택)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동시접속자 기준 과금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비용 없음 (기존 서버 활용)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5176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시스템 — 인증 분리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JWT · 유저 DB 와 일원화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친구·성장 API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5176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백엔드 필요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백엔드에서 함께 관리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확장성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51760" y="3840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자동 분산 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3840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시 직접 구축 (트레이드오프)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65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인증 · 세션 관리 · 게임 로직이 한 백엔드에 모이는 게 우리 팀 규모에선 더 유리했습니다.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LostMemory · 코옵 서버 연동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AUTHORITY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‘진실’을 갖는가 — 호스트 권위 모델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플레이어가 동시에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적을 공격했다.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데미지 줬다고 칠 것인가?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적은 누구를 향해 반격하나?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화면이 다른 결과를 보이면?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우리의 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호스트가 모든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판정을 한다.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28803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게스트는 ‘공격했어요’ 만 전송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데미지·사망 계산은 호스트만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다시 게스트에게 통보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REST에서 서버가 진실인 것과 동일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LostMemory · 코옵 서버 연동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한계 · 다음 단계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371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매칭은 REST + JWT, 게임 중 동기화는 자체 UDP 중계 — 모두 같은 Spring 백엔드.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560320" cy="2103120"/>
          </a:xfrm>
          <a:prstGeom prst="rect">
            <a:avLst/>
          </a:prstGeom>
          <a:solidFill>
            <a:srgbClr val="1A23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468880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통합된 백엔드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인증·세션·게임 로직·LLM 친구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한 서버에서 관리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2560320" cy="2103120"/>
          </a:xfrm>
          <a:prstGeom prst="rect">
            <a:avLst/>
          </a:prstGeom>
          <a:solidFill>
            <a:srgbClr val="1A23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468880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한계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브로드캐스트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35204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Relay가 unicast 라우팅을 안 함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인원이 늘면 트래픽이 제곱으로 증가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2468880"/>
            <a:ext cx="2560320" cy="2103120"/>
          </a:xfrm>
          <a:prstGeom prst="rect">
            <a:avLst/>
          </a:prstGeom>
          <a:solidFill>
            <a:srgbClr val="1A23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468880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서버측 라우팅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35204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 사용자에게만 직접 전달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데디케이티드 서버 확장 여지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E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LostMemory · S14P31C201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E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코옵 멀티플레이 서버 연동</dc:title>
  <dc:subject>PptxGenJS Presentation</dc:subject>
  <dc:creator>LostMemory Team</dc:creator>
  <cp:lastModifiedBy>LostMemory Team</cp:lastModifiedBy>
  <cp:revision>1</cp:revision>
  <dcterms:created xsi:type="dcterms:W3CDTF">2026-05-20T13:48:56Z</dcterms:created>
  <dcterms:modified xsi:type="dcterms:W3CDTF">2026-05-20T13:48:56Z</dcterms:modified>
</cp:coreProperties>
</file>