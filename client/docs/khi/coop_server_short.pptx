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LOSTMEMORY · MULTIPLAYER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코옵 멀티플레이 서버 연동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480560" cy="31089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320040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46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210312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852928"/>
            <a:ext cx="914400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880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AE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· JWT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51760" y="30906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Relay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97680" y="251460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2743200"/>
            <a:ext cx="18288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0" y="2148840"/>
            <a:ext cx="868680" cy="32004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783080" y="1874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37360" y="2423160"/>
            <a:ext cx="868680" cy="640080"/>
          </a:xfrm>
          <a:prstGeom prst="line">
            <a:avLst/>
          </a:prstGeom>
          <a:noFill/>
          <a:ln w="22225">
            <a:solidFill>
              <a:srgbClr val="F59E0B"/>
            </a:solidFill>
            <a:prstDash val="dash"/>
            <a:headEnd type="triangl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8308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37360" y="3566160"/>
            <a:ext cx="868680" cy="-105156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783080" y="3611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3794760"/>
            <a:ext cx="868680" cy="-685800"/>
          </a:xfrm>
          <a:prstGeom prst="line">
            <a:avLst/>
          </a:prstGeom>
          <a:noFill/>
          <a:ln w="22225">
            <a:solidFill>
              <a:srgbClr val="F59E0B"/>
            </a:solidFill>
            <a:prstDash val="dash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783080" y="3840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실선 = REST API   ·   점선 = UDP 실시간 중계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0" y="1188720"/>
            <a:ext cx="356616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118872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21808" y="13716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89320" y="1298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매칭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89320" y="1581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 + JWT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9320" y="1810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/sessions 로 방 생성, 6자리 코드로 친구 입장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0" y="2267712"/>
            <a:ext cx="356616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0" y="2267712"/>
            <a:ext cx="73152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21808" y="245059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8932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동기화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989320" y="2660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자체 UDP Relay + 호스트 권위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28895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초당 ~20회 패킷 교환, 게임 판정은 호스트가 담당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120640" y="3346704"/>
            <a:ext cx="356616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0640" y="3346704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21808" y="3529584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21808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989320" y="3456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자체 Relay?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989320" y="3739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통합과 비용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89320" y="3968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인증·LLM·게임 로직을 같은 Spring 백엔드에 일원화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43484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4348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매칭은 REST + JWT, 실시간은 자체 UDP — 모두 같은 Spring 백엔드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코옵 멀티플레이 서버 연동 (요약본)</dc:title>
  <dc:subject>PptxGenJS Presentation</dc:subject>
  <dc:creator>LostMemory Team</dc:creator>
  <cp:lastModifiedBy>LostMemory Team</cp:lastModifiedBy>
  <cp:revision>1</cp:revision>
  <dcterms:created xsi:type="dcterms:W3CDTF">2026-05-20T14:02:06Z</dcterms:created>
  <dcterms:modified xsi:type="dcterms:W3CDTF">2026-05-20T14:02:06Z</dcterms:modified>
</cp:coreProperties>
</file>