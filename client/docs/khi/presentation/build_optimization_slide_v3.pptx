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빌드 시간</c:v>
                </c:pt>
              </c:strCache>
            </c:strRef>
          </c:tx>
          <c:spPr>
            <a:solidFill>
              <a:srgbClr val="1F1F1F">
                <a:alpha val="100000"/>
              </a:srgbClr>
            </a:solidFill>
            <a:effectLst/>
          </c:spPr>
          <c:invertIfNegative val="0"/>
          <c:dLbls>
            <c:numFmt formatCode="0&quot; min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F1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1F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C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1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1F1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2F2F2"/>
        </a:solidFill>
        <a:ln>
          <a:noFill/>
        </a:ln>
        <a:effectLst/>
      </c:spPr>
    </c:plotArea>
    <c:plotVisOnly val="1"/>
    <c:dispBlanksAs val="span"/>
  </c:chart>
  <c:spPr>
    <a:solidFill>
      <a:srgbClr val="F2F2F2"/>
    </a:solidFill>
    <a:ln w="12700" cap="flat">
      <a:solidFill>
        <a:srgbClr val="F2F2F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빌드 최적화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 시간 40배 단축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vs After  빌드 시간(분)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1031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212080" y="14173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40680" y="164592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88152" y="1627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04688" y="2075688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15000" y="207568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asset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1,647 파일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04688" y="2322576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15000" y="232257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182만 줄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dead code 정리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04688" y="2569464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715000" y="256946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클린 빌드 </a:t>
            </a:r>
            <a:pPr algn="l" indent="0" marL="0">
              <a:buNone/>
            </a:pPr>
            <a:r>
              <a:rPr lang="en-US" sz="12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1 min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04688" y="2816352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715000" y="28163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반복 사이클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97.5% 단축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12080" y="324612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0680" y="347472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88152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전·후 비교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0372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단축: -39 min  (-97.5%)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94960" y="38862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52160" y="3904488"/>
            <a:ext cx="2057400" cy="20116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69480" y="3895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min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94960" y="4251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52160" y="4270248"/>
            <a:ext cx="51435" cy="201168"/>
          </a:xfrm>
          <a:prstGeom prst="rect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95035" y="42611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Time Optimization v3</dc:title>
  <dc:subject>PptxGenJS Presentation</dc:subject>
  <dc:creator>PptxGenJS</dc:creator>
  <cp:lastModifiedBy>PptxGenJS</cp:lastModifiedBy>
  <cp:revision>1</cp:revision>
  <dcterms:created xsi:type="dcterms:W3CDTF">2026-05-20T13:51:20Z</dcterms:created>
  <dcterms:modified xsi:type="dcterms:W3CDTF">2026-05-20T13:51:20Z</dcterms:modified>
</cp:coreProperties>
</file>