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 OPTIMIZATION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빌드 40분 → 1분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80160" y="1371600"/>
            <a:ext cx="6949440" cy="457200"/>
          </a:xfrm>
          <a:prstGeom prst="rect">
            <a:avLst/>
          </a:prstGeom>
          <a:solidFill>
            <a:srgbClr val="C95D63"/>
          </a:solidFill>
          <a:ln w="12700">
            <a:solidFill>
              <a:srgbClr val="C95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371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2057400"/>
            <a:ext cx="173736" cy="45720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91056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40×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24612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97.5% 감소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786384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 ·  안 쓰는 demo asset 정리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1,647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457200" y="4736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제거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4389120"/>
            <a:ext cx="0" cy="59436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4343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182만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4663440" y="4736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 제거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Time Optimization v2</dc:title>
  <dc:subject>PptxGenJS Presentation</dc:subject>
  <dc:creator>PptxGenJS</dc:creator>
  <cp:lastModifiedBy>PptxGenJS</cp:lastModifiedBy>
  <cp:revision>1</cp:revision>
  <dcterms:created xsi:type="dcterms:W3CDTF">2026-05-20T13:30:25Z</dcterms:created>
  <dcterms:modified xsi:type="dcterms:W3CDTF">2026-05-20T13:30:25Z</dcterms:modified>
</cp:coreProperties>
</file>