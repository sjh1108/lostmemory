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파이프라인 최적화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Time Optimization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87452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423160" y="17830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017520" y="160020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70332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클린 빌드 시간 · 약 40배 단축 (97.5% ↓)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0" cy="29718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600200"/>
            <a:ext cx="3657600" cy="914400"/>
          </a:xfrm>
          <a:prstGeom prst="rect">
            <a:avLst/>
          </a:prstGeom>
          <a:solidFill>
            <a:srgbClr val="1A2750"/>
          </a:solidFill>
          <a:ln w="12700">
            <a:solidFill>
              <a:srgbClr val="1A27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600200"/>
            <a:ext cx="54864" cy="91440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645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06440" y="1691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Asset 정리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2039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TopDownEngine·MMTools demo 1,647 파일 / 182만 줄 제거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0" y="2651760"/>
            <a:ext cx="3657600" cy="914400"/>
          </a:xfrm>
          <a:prstGeom prst="rect">
            <a:avLst/>
          </a:prstGeom>
          <a:solidFill>
            <a:srgbClr val="1A2750"/>
          </a:solidFill>
          <a:ln w="12700">
            <a:solidFill>
              <a:srgbClr val="1A27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651760"/>
            <a:ext cx="54864" cy="91440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6974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06440" y="2743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URP Shader Variant Stripping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06440" y="3090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SSAO · Soft Shadow · Reflection Probe · XR · HDR 등 25+ 항목 비활성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3703320"/>
            <a:ext cx="3657600" cy="914400"/>
          </a:xfrm>
          <a:prstGeom prst="rect">
            <a:avLst/>
          </a:prstGeom>
          <a:solidFill>
            <a:srgbClr val="1A2750"/>
          </a:solidFill>
          <a:ln w="12700">
            <a:solidFill>
              <a:srgbClr val="1A27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3703320"/>
            <a:ext cx="54864" cy="91440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749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06440" y="3794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씬 정리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41422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씬 제외 (9개 → 8개)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RP → URP 전환 + dead asset 제거 + variant pre-filtering 의 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Time Optimization</dc:title>
  <dc:subject>PptxGenJS Presentation</dc:subject>
  <dc:creator>PptxGenJS</dc:creator>
  <cp:lastModifiedBy>PptxGenJS</cp:lastModifiedBy>
  <cp:revision>1</cp:revision>
  <dcterms:created xsi:type="dcterms:W3CDTF">2026-05-20T13:16:15Z</dcterms:created>
  <dcterms:modified xsi:type="dcterms:W3CDTF">2026-05-20T13:16:15Z</dcterms:modified>
</cp:coreProperties>
</file>