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 너머의 이야기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NPC가 살아 숨쉬는 로그라이크 던전 크롤러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486400"/>
            <a:ext cx="3200400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Presented by  김회인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2026. 05.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소개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인트로 영상 · 스토리 · 게임 흐름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0972800" cy="0"/>
          </a:xfrm>
          <a:prstGeom prst="line">
            <a:avLst/>
          </a:prstGeom>
          <a:noFill/>
          <a:ln w="9525">
            <a:solidFill>
              <a:srgbClr val="2D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살펴보기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3154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 · 아이템 · 선택지 · 보스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10972800" cy="0"/>
          </a:xfrm>
          <a:prstGeom prst="line">
            <a:avLst/>
          </a:prstGeom>
          <a:noFill/>
          <a:ln w="9525">
            <a:solidFill>
              <a:srgbClr val="2D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NPC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기반 자유 대화 시스템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10972800" cy="0"/>
          </a:xfrm>
          <a:prstGeom prst="line">
            <a:avLst/>
          </a:prstGeom>
          <a:noFill/>
          <a:ln w="9525">
            <a:solidFill>
              <a:srgbClr val="2D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09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4709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4709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GPU 서버 · ComfyUI 연동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10972800" cy="0"/>
          </a:xfrm>
          <a:prstGeom prst="line">
            <a:avLst/>
          </a:prstGeom>
          <a:noFill/>
          <a:ln w="9525">
            <a:solidFill>
              <a:srgbClr val="2D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86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828800" y="5486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&amp; Q&amp;A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5486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먼저, 이렇게 시작합니다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인트로 영상을 함께 보시죠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9418320" cy="3657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3794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게임 인트로 영상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~ 2분 · 분위기 + 도입 컷씬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6172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던전에 들어가게 됐는지, 영상 하나로 자연스럽게 보여드립니다.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방금 보신 영상, 한 줄로 정리하면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“주인공은 사라진 누군가를 쫓아 던전으로 들어간다.”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383280" cy="237744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31920"/>
            <a:ext cx="3383280" cy="73152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평범한 일상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주인공의 세계와 사라진 인물을 짧게 보여줍니다.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3931920"/>
            <a:ext cx="3383280" cy="237744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3931920"/>
            <a:ext cx="3383280" cy="73152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던전으로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5120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따라 던전에 진입, 본격적인 플레이 시작.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3931920"/>
            <a:ext cx="3383280" cy="237744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3931920"/>
            <a:ext cx="3383280" cy="73152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진실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5120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 너머에서 스토리가 마무리됩니다.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진행하나요?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사이클의 흐름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103120" cy="25603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017520"/>
            <a:ext cx="640080" cy="6400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입장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던전 방 진입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657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2743200"/>
            <a:ext cx="2103120" cy="25603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3017520"/>
            <a:ext cx="640080" cy="6400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전투 / 이벤트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몬스터 격파 또는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 조우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657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2103120" cy="25603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017520"/>
            <a:ext cx="640080" cy="6400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66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선택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아이템·세트 효과 픽업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657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2743200"/>
            <a:ext cx="2103120" cy="25603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017520"/>
            <a:ext cx="640080" cy="6400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방 선택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523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경로 + 선택지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18320" y="3657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0" y="2743200"/>
            <a:ext cx="2103120" cy="25603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2720" y="3017520"/>
            <a:ext cx="640080" cy="64008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38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 처치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73836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챕터의 마지막 관문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이 사이클을 반복하면서 점점 강해지고, 스토리가 풀려나갑니다.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콘텐츠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만나는 4가지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212080" cy="17830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91440" cy="17830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880360"/>
            <a:ext cx="914400" cy="914400"/>
          </a:xfrm>
          <a:prstGeom prst="ellipse">
            <a:avLst/>
          </a:prstGeom>
          <a:solidFill>
            <a:srgbClr val="232342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무기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9456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 · 단검 · 그 외 무기군별 고유 액션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5212080" cy="17830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468880"/>
            <a:ext cx="91440" cy="17830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880360"/>
            <a:ext cx="914400" cy="914400"/>
          </a:xfrm>
          <a:prstGeom prst="ellipse">
            <a:avLst/>
          </a:prstGeom>
          <a:solidFill>
            <a:srgbClr val="232342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880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68096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 / 세트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096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픽업한 조합에 따라 빌드가 달라짐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5212080" cy="17830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526280"/>
            <a:ext cx="91440" cy="17830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937760"/>
            <a:ext cx="914400" cy="914400"/>
          </a:xfrm>
          <a:prstGeom prst="ellipse">
            <a:avLst/>
          </a:prstGeom>
          <a:solidFill>
            <a:srgbClr val="232342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37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19456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이벤트 NPC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9456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방마다 다른 NPC와의 즉흥 대화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212080" cy="17830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526280"/>
            <a:ext cx="91440" cy="17830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937760"/>
            <a:ext cx="914400" cy="914400"/>
          </a:xfrm>
          <a:prstGeom prst="ellipse">
            <a:avLst/>
          </a:prstGeom>
          <a:solidFill>
            <a:srgbClr val="232342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937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♛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68096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680960" y="5440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스토리의 결을 잡아주는 챕터 마무리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 모아서 한 번에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5780" y="2377440"/>
            <a:ext cx="2606040" cy="36576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" y="2560320"/>
            <a:ext cx="2240280" cy="1737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0866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in-game 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" y="5212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광역 콤보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안정적인 근접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0420" y="2377440"/>
            <a:ext cx="2606040" cy="36576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2560320"/>
            <a:ext cx="2240280" cy="1737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4330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33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in-game 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3300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4330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3300" y="5212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회피 · 텔레포트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연속타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5060" y="2377440"/>
            <a:ext cx="2606040" cy="36576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7940" y="2560320"/>
            <a:ext cx="2240280" cy="1737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37794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7794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in-game 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7940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원거리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7794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7940" y="5212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탄/마법 기반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견제와 풀링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29700" y="2377440"/>
            <a:ext cx="2606040" cy="36576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580" y="2560320"/>
            <a:ext cx="2240280" cy="1737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21258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GIF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1258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in-game 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12580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212580" y="4892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12580" y="5212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 메커닉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의존형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지루하게 하나씩이 아니라, 네 무기의 GIF를 한 번에 펼쳐 비교합니다.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 선택지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방을 클리어하면 — 무엇을 가져갈지 선택합니다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943600" cy="384048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아이템 선택지 화면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클리어 후 등장하는 3 ~ 4개의 보상 카드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효과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계열 아이템을 모으면 추가 효과 발동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337560"/>
            <a:ext cx="475488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3337560"/>
            <a:ext cx="73152" cy="8686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3474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효과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 모으면 작은 보너스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4297680"/>
            <a:ext cx="475488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4297680"/>
            <a:ext cx="73152" cy="8686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코어 효과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빌드의 중심이 되는 효과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5257800"/>
            <a:ext cx="4754880" cy="86868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5257800"/>
            <a:ext cx="73152" cy="8686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5394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5669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각성 효과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5486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판도를 바꾸는 강력한 보너스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다양한 효과 조합 = 매 판 다른 빌드 = 다양한 선택지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보스, 그리고 결말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챕터를 매듭짓는 마지막 한 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583680" cy="4023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 전투 GIF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Boss Fight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보스를 쓰러뜨리면…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0" y="30175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잠겨 있던 스토리 조각이 열리고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챕터의 던전이 해금됩니다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보스 너머에서 이야기가 마무리됩니다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5349240"/>
            <a:ext cx="4023360" cy="1005840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5394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“스토리는 마지막 보스로 마무리됩니다.”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전투만 반복하면 지루하잖아요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— 방 사이사이에 이벤트 NPC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212080" cy="39319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전투는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지루해진다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→ 전투 → 보상 → 방 → 전투…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패턴이 길어질수록 몰입이 떨어집니다.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583680" y="2468880"/>
            <a:ext cx="4937760" cy="3931920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468880"/>
            <a:ext cx="4937760" cy="9144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31546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NPC가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흐름을 끊어준다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4572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랜덤으로 등장하는 NPC가 상점, 미니게임, 그리고 — 대화를 제공합니다.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NPC와의 대화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대사가 아니라, 진짜 대화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400800" cy="4023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대화 GIF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게임 화면 · 플레이어 ↔ NPC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0" y="3017520"/>
            <a:ext cx="4206240" cy="9144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017520"/>
            <a:ext cx="73152" cy="9144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9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 대사를 실시간 생성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0" y="4114800"/>
            <a:ext cx="4206240" cy="9144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4114800"/>
            <a:ext cx="73152" cy="9144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9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GPU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GPU 서버에서 모델 구동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5212080"/>
            <a:ext cx="4206240" cy="91440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5212080"/>
            <a:ext cx="73152" cy="91440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5321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9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상태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5623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NPC와 자유 대화 가능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이거, 어떻게 만들었냐면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NPC 대화를 띄우기 위한 인프라 이야기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물론, 다 쉽진 않았습니다.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외부 API로 가려 했지만 — 비용/지연/검열 이슈로 로컬 GPU + ComfyUI 구조로 선회했습니다.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기반의 로컬 AI 워크플로 도구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486400" cy="39319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“노드를 이어붙여서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AI 파이프라인을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조립하는 도구”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Stable Diffusion 계열을 시작으로,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이제는 LLM·이미지·오디오까지 다 가능.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우리 프로젝트에 잘 맞았나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3017520"/>
            <a:ext cx="4937760" cy="749808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127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C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돌아간다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비용·요청 한도 없음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858768"/>
            <a:ext cx="4937760" cy="749808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9684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C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= 시각적 디버깅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4242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파이프라인이 그래프로 보임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4700016"/>
            <a:ext cx="4937760" cy="749808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809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C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워크플로 = JSON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5084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관리 · 공유가 쉬움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5541264"/>
            <a:ext cx="4937760" cy="749808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56509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C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5614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노드가 풍부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5925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단계를 노드로 끼워넣기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연동했나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게임 클라이언트 ↔ 로컬 GPU 서버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3291840" cy="2103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51760"/>
            <a:ext cx="3291840" cy="914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71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Client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내 NPC 대화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3429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34840" y="2651760"/>
            <a:ext cx="3291840" cy="2103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651760"/>
            <a:ext cx="3291840" cy="91440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971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라우팅 · 컨텍스트 관리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3429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83880" y="2651760"/>
            <a:ext cx="3291840" cy="2103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651760"/>
            <a:ext cx="3291840" cy="9144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971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 GPU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ComfyUI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추론 · 워크플로 실행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0698480" cy="1325880"/>
          </a:xfrm>
          <a:prstGeom prst="rect">
            <a:avLst/>
          </a:prstGeom>
          <a:solidFill>
            <a:srgbClr val="232342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57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발화 + NPC 상태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5257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워크플로 그래프 실행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5257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대사 → UI 말풍선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그래서, 잘 됐냐고요?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활용 — 베스트 케이스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400800" cy="40233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C54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워크플로 스크린샷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그래프 · 실제 사용 중인 파이프라인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0" y="3017520"/>
            <a:ext cx="4206240" cy="960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3154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8972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 의존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4160520"/>
            <a:ext cx="4206240" cy="960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8972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비용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토큰 비용 없음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5303520"/>
            <a:ext cx="4206240" cy="960120"/>
          </a:xfrm>
          <a:prstGeom prst="rect">
            <a:avLst/>
          </a:prstGeom>
          <a:solidFill>
            <a:srgbClr val="1A1A2E"/>
          </a:solidFill>
          <a:ln w="9525">
            <a:solidFill>
              <a:srgbClr val="2D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5440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89720" y="5440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5806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NPC와 자유 대화 가능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8C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환영합니다.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A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· 스토리 · 기술 무엇이든 좋아요.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486400"/>
            <a:ext cx="3200400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김회인  ·  gimhoein@gmail.com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 Final Project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프로젝트 발표</dc:title>
  <dc:subject>PptxGenJS Presentation</dc:subject>
  <dc:creator>김회인</dc:creator>
  <cp:lastModifiedBy>김회인</cp:lastModifiedBy>
  <cp:revision>1</cp:revision>
  <dcterms:created xsi:type="dcterms:W3CDTF">2026-05-19T08:42:31Z</dcterms:created>
  <dcterms:modified xsi:type="dcterms:W3CDTF">2026-05-19T08:42:31Z</dcterms:modified>
</cp:coreProperties>
</file>