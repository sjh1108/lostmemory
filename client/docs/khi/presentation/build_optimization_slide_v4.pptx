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빌드 시간</c:v>
                </c:pt>
              </c:strCache>
            </c:strRef>
          </c:tx>
          <c:spPr>
            <a:solidFill>
              <a:srgbClr val="1F1F1F"/>
            </a:solidFill>
            <a:effectLst/>
          </c:spPr>
          <c:invertIfNegative val="0"/>
          <c:dLbls>
            <c:numFmt formatCode="0&quot; min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F1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1F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C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1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1F1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2F2F2"/>
        </a:solidFill>
        <a:ln>
          <a:noFill/>
        </a:ln>
        <a:effectLst/>
      </c:spPr>
    </c:plotArea>
    <c:plotVisOnly val="1"/>
    <c:dispBlanksAs val="span"/>
  </c:chart>
  <c:spPr>
    <a:solidFill>
      <a:srgbClr val="F2F2F2"/>
    </a:solidFill>
    <a:ln w="12700" cap="flat">
      <a:solidFill>
        <a:srgbClr val="F2F2F2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1A6C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F1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Koala2D</c:v>
                  </c:pt>
                  <c:pt idx="1">
                    <c:v>MMFeedbacks</c:v>
                  </c:pt>
                  <c:pt idx="2">
                    <c:v>MMTools</c:v>
                  </c:pt>
                  <c:pt idx="3">
                    <c:v>Grasslands</c:v>
                  </c:pt>
                  <c:pt idx="4">
                    <c:v>Inventory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633</c:v>
                </c:pt>
                <c:pt idx="1">
                  <c:v>422</c:v>
                </c:pt>
                <c:pt idx="2">
                  <c:v>225</c:v>
                </c:pt>
                <c:pt idx="3">
                  <c:v>218</c:v>
                </c:pt>
                <c:pt idx="4">
                  <c:v>146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F1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2F2"/>
        </a:solidFill>
        <a:ln>
          <a:noFill/>
        </a:ln>
        <a:effectLst/>
      </c:spPr>
    </c:plotArea>
    <c:plotVisOnly val="1"/>
    <c:dispBlanksAs val="span"/>
  </c:chart>
  <c:spPr>
    <a:solidFill>
      <a:srgbClr val="F2F2F2"/>
    </a:solidFill>
    <a:ln w="12700" cap="flat">
      <a:solidFill>
        <a:srgbClr val="F2F2F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빌드 최적화 ·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 시간 40배 단축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vs After  빌드 시간(분)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103120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41732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40×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585216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0" y="297180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-39 min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852160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절감 시간 (1회 빌드 기준)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88620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97.5% 감소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85216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빌드 시간 대비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빌드 최적화 · 원인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Dead asset 1,647 파일이 빌드를 잡고 있었다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삭제된 파일 분포  ·  폴더별 (개수)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148840"/>
          <a:ext cx="45720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4173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1,647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6692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삭제 파일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237744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182만 줄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6692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Dead code 삭제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3375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352044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45352" y="35021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0" y="3840480"/>
            <a:ext cx="182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44768" y="384048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패키지 데모가 빌드에 포함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0" y="4229100"/>
            <a:ext cx="182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144768" y="422910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asset import + 셰이더 컴파일 부하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빌드 최적화 · 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사이클 단축으로 개발 속도 가속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73736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전·후 비교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단축: -39 min  ·  -97.5%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194560"/>
            <a:ext cx="6492240" cy="29260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1762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651760"/>
            <a:ext cx="162306" cy="292608"/>
          </a:xfrm>
          <a:prstGeom prst="rect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17954" y="26334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566160"/>
            <a:ext cx="256032" cy="256032"/>
          </a:xfrm>
          <a:prstGeom prst="ellipse">
            <a:avLst/>
          </a:prstGeom>
          <a:solidFill>
            <a:srgbClr val="1A6CFA"/>
          </a:solidFill>
          <a:ln w="12700">
            <a:solidFill>
              <a:srgbClr val="1A6C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547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클린 빌드 </a:t>
            </a:r>
            <a:pPr algn="l" indent="0" marL="0">
              <a:buNone/>
            </a:pPr>
            <a:r>
              <a:rPr lang="en-US" sz="1200" b="1" dirty="0">
                <a:solidFill>
                  <a:srgbClr val="1A6C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1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41148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4608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asset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1,647 파일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182만 줄</a:t>
            </a:r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dead code 제거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4348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64608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반복 사이클 </a:t>
            </a:r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97.5% 단축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Time Optimization (3-page)</dc:title>
  <dc:subject>PptxGenJS Presentation</dc:subject>
  <dc:creator>PptxGenJS</dc:creator>
  <cp:lastModifiedBy>PptxGenJS</cp:lastModifiedBy>
  <cp:revision>1</cp:revision>
  <dcterms:created xsi:type="dcterms:W3CDTF">2026-05-20T14:04:56Z</dcterms:created>
  <dcterms:modified xsi:type="dcterms:W3CDTF">2026-05-20T14:04:56Z</dcterms:modified>
</cp:coreProperties>
</file>