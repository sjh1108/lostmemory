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멀티플레이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코옵 서버 연동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3383280"/>
          </a:xfrm>
          <a:prstGeom prst="roundRect">
            <a:avLst>
              <a:gd name="adj" fmla="val 5405"/>
            </a:avLst>
          </a:prstGeom>
          <a:solidFill>
            <a:srgbClr val="F1F1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1645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719072"/>
            <a:ext cx="310896" cy="310896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88536" y="164592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697480"/>
            <a:ext cx="868680" cy="868680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697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2697480"/>
            <a:ext cx="868680" cy="8686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2697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94760" y="249174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6014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29032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0" y="3204972"/>
            <a:ext cx="9144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32415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· UDP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94760" y="34701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 인증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77640" y="2016252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20162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· NGO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382012"/>
            <a:ext cx="0" cy="109728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011680" y="2930652"/>
            <a:ext cx="1737360" cy="0"/>
          </a:xfrm>
          <a:prstGeom prst="line">
            <a:avLst/>
          </a:prstGeom>
          <a:noFill/>
          <a:ln w="25400">
            <a:solidFill>
              <a:srgbClr val="1E63FF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057400" y="26380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0" y="3332988"/>
            <a:ext cx="173736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057400" y="33695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94960" y="2930652"/>
            <a:ext cx="1737360" cy="0"/>
          </a:xfrm>
          <a:prstGeom prst="line">
            <a:avLst/>
          </a:prstGeom>
          <a:noFill/>
          <a:ln w="25400">
            <a:solidFill>
              <a:srgbClr val="1E63FF"/>
            </a:solidFill>
            <a:prstDash val="solid"/>
            <a:headEnd type="triangl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440680" y="26380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94960" y="3332988"/>
            <a:ext cx="173736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  <a:headEnd type="triangl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440680" y="33695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39319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실선 = REST API   ·   점선 = UDP 실시간 중계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4023360"/>
            <a:ext cx="2328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4023360"/>
            <a:ext cx="73152" cy="594360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3000" y="4023360"/>
            <a:ext cx="2054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매칭</a:t>
            </a:r>
            <a:pPr indent="0" marL="0">
              <a:buNone/>
            </a:pPr>
            <a:r>
              <a:rPr lang="en-US" sz="1100" b="1" dirty="0">
                <a:solidFill>
                  <a:srgbClr val="1E6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REST API + JWT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3407664" y="4023360"/>
            <a:ext cx="2328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07664" y="4023360"/>
            <a:ext cx="73152" cy="594360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6264" y="4023360"/>
            <a:ext cx="2054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동기화</a:t>
            </a:r>
            <a:pPr indent="0" marL="0">
              <a:buNone/>
            </a:pPr>
            <a:r>
              <a:rPr lang="en-US" sz="1100" b="1" dirty="0">
                <a:solidFill>
                  <a:srgbClr val="1E6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자체 UDP Relay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900928" y="4023360"/>
            <a:ext cx="2328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00928" y="4023360"/>
            <a:ext cx="73152" cy="594360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9528" y="4023360"/>
            <a:ext cx="2054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자체 Relay?</a:t>
            </a:r>
            <a:pPr indent="0" marL="0">
              <a:buNone/>
            </a:pPr>
            <a:r>
              <a:rPr lang="en-US" sz="1100" b="1" dirty="0">
                <a:solidFill>
                  <a:srgbClr val="1E6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통합 + 비용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코옵 서버 연동</dc:title>
  <dc:subject>PptxGenJS Presentation</dc:subject>
  <dc:creator>LostMemory Team</dc:creator>
  <cp:lastModifiedBy>LostMemory Team</cp:lastModifiedBy>
  <cp:revision>1</cp:revision>
  <dcterms:created xsi:type="dcterms:W3CDTF">2026-05-20T14:46:57Z</dcterms:created>
  <dcterms:modified xsi:type="dcterms:W3CDTF">2026-05-20T14:46:57Z</dcterms:modified>
</cp:coreProperties>
</file>