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5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746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멀티플레이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코옵 서버 연동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3383280"/>
          </a:xfrm>
          <a:prstGeom prst="roundRect">
            <a:avLst>
              <a:gd name="adj" fmla="val 5405"/>
            </a:avLst>
          </a:prstGeom>
          <a:solidFill>
            <a:srgbClr val="F1F1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618488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691640"/>
            <a:ext cx="310896" cy="310896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88536" y="161848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3017520"/>
            <a:ext cx="822960" cy="822960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9480" y="3017520"/>
            <a:ext cx="822960" cy="8229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28575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9946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33604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3680460"/>
            <a:ext cx="9144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37078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418588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4185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· NGO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766060"/>
            <a:ext cx="0" cy="91440"/>
          </a:xfrm>
          <a:prstGeom prst="line">
            <a:avLst/>
          </a:prstGeom>
          <a:noFill/>
          <a:ln w="9525">
            <a:solidFill>
              <a:srgbClr val="6B72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920240" y="3108960"/>
            <a:ext cx="1828800" cy="0"/>
          </a:xfrm>
          <a:prstGeom prst="line">
            <a:avLst/>
          </a:prstGeom>
          <a:noFill/>
          <a:ln w="25400">
            <a:solidFill>
              <a:srgbClr val="1E63FF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0" y="3108960"/>
            <a:ext cx="1828800" cy="0"/>
          </a:xfrm>
          <a:prstGeom prst="line">
            <a:avLst/>
          </a:prstGeom>
          <a:noFill/>
          <a:ln w="25400">
            <a:solidFill>
              <a:srgbClr val="1E63FF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20240" y="3749040"/>
            <a:ext cx="18288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0" y="3749040"/>
            <a:ext cx="18288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94960" y="2055153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E63FF"/>
            </a:solidFill>
            <a:prstDash val="solid"/>
          </a:ln>
          <a:effectLst>
            <a:outerShdw blurRad="508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59552" y="2219745"/>
            <a:ext cx="128016" cy="128016"/>
          </a:xfrm>
          <a:prstGeom prst="ellipse">
            <a:avLst/>
          </a:prstGeom>
          <a:solidFill>
            <a:srgbClr val="1E63FF"/>
          </a:solidFill>
          <a:ln w="12700">
            <a:solidFill>
              <a:srgbClr val="1E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205515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</a:t>
            </a:r>
            <a:r>
              <a:rPr lang="en-US" sz="115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REST API + JWT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587752" y="4328375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  <a:effectLst>
            <a:outerShdw blurRad="508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Shape 27"/>
          <p:cNvSpPr/>
          <p:nvPr/>
        </p:nvSpPr>
        <p:spPr>
          <a:xfrm>
            <a:off x="2752344" y="4492967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4328375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동기화</a:t>
            </a:r>
            <a:r>
              <a:rPr lang="en-US" sz="11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자체 UDP Relay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611880" y="40462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자체 Relay?</a:t>
            </a:r>
            <a:r>
              <a:rPr lang="en-US" sz="1050" b="1" dirty="0">
                <a:solidFill>
                  <a:srgbClr val="1E6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통합 + 비용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4000500"/>
            <a:ext cx="0" cy="45720"/>
          </a:xfrm>
          <a:prstGeom prst="line">
            <a:avLst/>
          </a:prstGeom>
          <a:noFill/>
          <a:ln w="6350">
            <a:solidFill>
              <a:srgbClr val="6B7280"/>
            </a:solidFill>
            <a:prstDash val="dot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36</Words>
  <Application>Microsoft Office PowerPoint</Application>
  <PresentationFormat>화면 슬라이드 쇼(16:9)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코옵 서버 연동</dc:title>
  <dc:subject>PptxGenJS Presentation</dc:subject>
  <dc:creator>LostMemory Team</dc:creator>
  <cp:lastModifiedBy>회인 김</cp:lastModifiedBy>
  <cp:revision>3</cp:revision>
  <dcterms:created xsi:type="dcterms:W3CDTF">2026-05-20T15:01:43Z</dcterms:created>
  <dcterms:modified xsi:type="dcterms:W3CDTF">2026-05-20T17:13:02Z</dcterms:modified>
</cp:coreProperties>
</file>